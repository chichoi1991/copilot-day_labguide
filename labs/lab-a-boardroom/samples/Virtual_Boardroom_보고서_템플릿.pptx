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5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381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algun Gothic"/>
              </a:rPr>
              <a:t>AI 가상 임원회의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Malgun Gothic"/>
              </a:rPr>
              <a:t>Virtual Boardroom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Malgun Gothic"/>
              </a:rPr>
              <a:t>경영 안건 토론 · 실행 권고안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Malgun Gothic"/>
              </a:rPr>
              <a:t>[ 안건명 ]   |   [ YYYY-MM-DD ]   |   [ 작성자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📋 안건 &amp; 참석 임원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0972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76200" cy="10972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607040" cy="9144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Malgun Gothic"/>
              </a:rPr>
              <a:t>[ 토론할 경영 안건을 1~3문장으로 기술 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21488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148840" cy="10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148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3000" b="1" i="0">
                <a:solidFill>
                  <a:srgbClr val="1E2761"/>
                </a:solidFill>
                <a:latin typeface="Malgun Gothic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214884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Malgun Gothic"/>
              </a:rPr>
              <a:t>강현우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40"/>
            <a:ext cx="2148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000" b="1" i="0">
                <a:solidFill>
                  <a:srgbClr val="028090"/>
                </a:solidFill>
                <a:latin typeface="Malgun Gothic"/>
              </a:rPr>
              <a:t>의장 / 전략·비전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17720"/>
            <a:ext cx="214884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Malgun Gothic"/>
              </a:rPr>
              <a:t>사티아 나델라 스타일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606040"/>
            <a:ext cx="21488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34640" y="2606040"/>
            <a:ext cx="2148840" cy="1016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2834640"/>
            <a:ext cx="2148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3000" b="1" i="0">
                <a:solidFill>
                  <a:srgbClr val="1E2761"/>
                </a:solidFill>
                <a:latin typeface="Malgun Gothic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520440"/>
            <a:ext cx="214884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Malgun Gothic"/>
              </a:rPr>
              <a:t>윤서경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77640"/>
            <a:ext cx="2148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000" b="1" i="0">
                <a:solidFill>
                  <a:srgbClr val="028090"/>
                </a:solidFill>
                <a:latin typeface="Malgun Gothic"/>
              </a:rPr>
              <a:t>CFO / 재무·리스크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617720"/>
            <a:ext cx="214884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Malgun Gothic"/>
              </a:rPr>
              <a:t>워런 버핏 스타일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606040"/>
            <a:ext cx="21488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2606040"/>
            <a:ext cx="2148840" cy="1016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2834640"/>
            <a:ext cx="2148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3000" b="1" i="0">
                <a:solidFill>
                  <a:srgbClr val="1E2761"/>
                </a:solidFill>
                <a:latin typeface="Malgun Gothic"/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520440"/>
            <a:ext cx="214884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Malgun Gothic"/>
              </a:rPr>
              <a:t>이도윤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977640"/>
            <a:ext cx="2148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000" b="1" i="0">
                <a:solidFill>
                  <a:srgbClr val="028090"/>
                </a:solidFill>
                <a:latin typeface="Malgun Gothic"/>
              </a:rPr>
              <a:t>CGO / 성장·혁신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617720"/>
            <a:ext cx="214884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Malgun Gothic"/>
              </a:rPr>
              <a:t>일론 머스크 스타일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606040"/>
            <a:ext cx="21488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06640" y="2606040"/>
            <a:ext cx="2148840" cy="10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0" y="2834640"/>
            <a:ext cx="2148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3000" b="1" i="0">
                <a:solidFill>
                  <a:srgbClr val="1E2761"/>
                </a:solidFill>
                <a:latin typeface="Malgun Gothic"/>
              </a:rPr>
              <a:t>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520440"/>
            <a:ext cx="214884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Malgun Gothic"/>
              </a:rPr>
              <a:t>박정호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977640"/>
            <a:ext cx="2148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000" b="1" i="0">
                <a:solidFill>
                  <a:srgbClr val="028090"/>
                </a:solidFill>
                <a:latin typeface="Malgun Gothic"/>
              </a:rPr>
              <a:t>COO / 운영·실행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617720"/>
            <a:ext cx="214884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Malgun Gothic"/>
              </a:rPr>
              <a:t>정주영 스타일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606040"/>
            <a:ext cx="21488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92640" y="2606040"/>
            <a:ext cx="2148840" cy="10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0" y="2834640"/>
            <a:ext cx="2148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3000" b="1" i="0">
                <a:solidFill>
                  <a:srgbClr val="1E2761"/>
                </a:solidFill>
                <a:latin typeface="Malgun Gothic"/>
              </a:rPr>
              <a:t>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520440"/>
            <a:ext cx="214884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Malgun Gothic"/>
              </a:rPr>
              <a:t>최지아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977640"/>
            <a:ext cx="2148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000" b="1" i="0">
                <a:solidFill>
                  <a:srgbClr val="028090"/>
                </a:solidFill>
                <a:latin typeface="Malgun Gothic"/>
              </a:rPr>
              <a:t>CMO / 고객·마케팅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617720"/>
            <a:ext cx="214884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Malgun Gothic"/>
              </a:rPr>
              <a:t>한국 시장 전문가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1라운드: 각자 의견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286000" cy="94792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🎯 강현우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2286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850" b="0" i="0">
                <a:solidFill>
                  <a:srgbClr val="CADCFC"/>
                </a:solidFill>
                <a:latin typeface="Malgun Gothic"/>
              </a:rPr>
              <a:t>의장 / 전략·비전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097280"/>
            <a:ext cx="8686800" cy="94792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1188720"/>
            <a:ext cx="8412480" cy="8717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Malgun Gothic"/>
              </a:rPr>
              <a:t>[ 강현우의 1라운드 발언 입력 ]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21408"/>
            <a:ext cx="2286000" cy="9479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31136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💰 윤서경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2286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850" b="0" i="0">
                <a:solidFill>
                  <a:srgbClr val="CADCFC"/>
                </a:solidFill>
                <a:latin typeface="Malgun Gothic"/>
              </a:rPr>
              <a:t>CFO / 재무·리스크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121408"/>
            <a:ext cx="8686800" cy="94792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2212848"/>
            <a:ext cx="8412480" cy="8717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Malgun Gothic"/>
              </a:rPr>
              <a:t>[ 윤서경의 1라운드 발언 입력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45536"/>
            <a:ext cx="2286000" cy="9479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55264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🚀 이도윤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75888"/>
            <a:ext cx="2286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850" b="0" i="0">
                <a:solidFill>
                  <a:srgbClr val="CADCFC"/>
                </a:solidFill>
                <a:latin typeface="Malgun Gothic"/>
              </a:rPr>
              <a:t>CGO / 성장·혁신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145536"/>
            <a:ext cx="8686800" cy="94792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40" y="3236976"/>
            <a:ext cx="8412480" cy="8717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Malgun Gothic"/>
              </a:rPr>
              <a:t>[ 이도윤의 1라운드 발언 입력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9664"/>
            <a:ext cx="2286000" cy="947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279392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🔨 박정호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00016"/>
            <a:ext cx="2286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850" b="0" i="0">
                <a:solidFill>
                  <a:srgbClr val="CADCFC"/>
                </a:solidFill>
                <a:latin typeface="Malgun Gothic"/>
              </a:rPr>
              <a:t>COO / 운영·실행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169664"/>
            <a:ext cx="8686800" cy="94792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3240" y="4261104"/>
            <a:ext cx="8412480" cy="8717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Malgun Gothic"/>
              </a:rPr>
              <a:t>[ 박정호의 1라운드 발언 입력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193792"/>
            <a:ext cx="2286000" cy="947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📣 최지아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24144"/>
            <a:ext cx="2286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850" b="0" i="0">
                <a:solidFill>
                  <a:srgbClr val="CADCFC"/>
                </a:solidFill>
                <a:latin typeface="Malgun Gothic"/>
              </a:rPr>
              <a:t>CMO / 고객·마케팅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5193792"/>
            <a:ext cx="8686800" cy="94792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63240" y="5285232"/>
            <a:ext cx="8412480" cy="8717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Malgun Gothic"/>
              </a:rPr>
              <a:t>[ 최지아의 1라운드 발언 입력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2라운드: 토론·반박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Malgun Gothic"/>
              </a:rPr>
              <a:t>임원들이 서로의 의견에 대응하며 쟁점을 심화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76200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10881360" cy="868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Malgun Gothic"/>
              </a:rPr>
              <a:t>🎯 강현우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Malgun Gothic"/>
              </a:rPr>
              <a:t>[ 반박/보완 발언 입력 ]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24328"/>
            <a:ext cx="76200" cy="8686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624328"/>
            <a:ext cx="10881360" cy="868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Malgun Gothic"/>
              </a:rPr>
              <a:t>💰 윤서경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Malgun Gothic"/>
              </a:rPr>
              <a:t>[ 반박/보완 발언 입력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57016"/>
            <a:ext cx="76200" cy="8686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557016"/>
            <a:ext cx="10881360" cy="868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630168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Malgun Gothic"/>
              </a:rPr>
              <a:t>🚀 이도윤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95928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Malgun Gothic"/>
              </a:rPr>
              <a:t>[ 반박/보완 발언 입력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9704"/>
            <a:ext cx="76200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4489704"/>
            <a:ext cx="10881360" cy="868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562856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Malgun Gothic"/>
              </a:rPr>
              <a:t>🔨 박정호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28616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Malgun Gothic"/>
              </a:rPr>
              <a:t>[ 반박/보완 발언 입력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22392"/>
            <a:ext cx="7620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5422392"/>
            <a:ext cx="10881360" cy="868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495544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Malgun Gothic"/>
              </a:rPr>
              <a:t>📣 최지아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61304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Malgun Gothic"/>
              </a:rPr>
              <a:t>[ 반박/보완 발언 입력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의장 정리 — 강현우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Malgun Gothic"/>
              </a:rPr>
              <a:t>✅ 핵심 쟁점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Malgun Gothic"/>
              </a:rPr>
              <a:t>[ 핵심 쟁점 요약 입력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Malgun Gothic"/>
              </a:rPr>
              <a:t>✅ 실행 권고안 3가지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356616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3566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권고안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49039"/>
            <a:ext cx="3291840" cy="10058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Malgun Gothic"/>
              </a:rPr>
              <a:t>[ 실행 권고 내용 입력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1546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3154680"/>
            <a:ext cx="356616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3200400"/>
            <a:ext cx="3566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권고안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749039"/>
            <a:ext cx="3291840" cy="10058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Malgun Gothic"/>
              </a:rPr>
              <a:t>[ 실행 권고 내용 입력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1546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3154680"/>
            <a:ext cx="356616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3200400"/>
            <a:ext cx="3566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권고안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749039"/>
            <a:ext cx="3291840" cy="10058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Malgun Gothic"/>
              </a:rPr>
              <a:t>[ 실행 권고 내용 입력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Malgun Gothic"/>
              </a:rPr>
              <a:t>✅ 보류·추가검토 사항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Malgun Gothic"/>
              </a:rPr>
              <a:t>[ 보류 / 추가검토 항목 입력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1A1A5B981B9C448FAC1366844367A5" ma:contentTypeVersion="36" ma:contentTypeDescription="Create a new document." ma:contentTypeScope="" ma:versionID="afd845b4ef820c526c02e82aa3b84edf">
  <xsd:schema xmlns:xsd="http://www.w3.org/2001/XMLSchema" xmlns:xs="http://www.w3.org/2001/XMLSchema" xmlns:p="http://schemas.microsoft.com/office/2006/metadata/properties" xmlns:ns1="http://schemas.microsoft.com/sharepoint/v3" xmlns:ns2="7622c530-37a4-4326-9806-500499ba5cfe" xmlns:ns3="b5ccf674-81f3-48a3-8f4b-dfbde9b97e03" targetNamespace="http://schemas.microsoft.com/office/2006/metadata/properties" ma:root="true" ma:fieldsID="e3219cc84371381c125e077f3258a296" ns1:_="" ns2:_="" ns3:_="">
    <xsd:import namespace="http://schemas.microsoft.com/sharepoint/v3"/>
    <xsd:import namespace="7622c530-37a4-4326-9806-500499ba5cfe"/>
    <xsd:import namespace="b5ccf674-81f3-48a3-8f4b-dfbde9b97e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_Flow_SignoffStatus" minOccurs="0"/>
                <xsd:element ref="ns2:location" minOccurs="0"/>
                <xsd:element ref="ns2:a4465852-c240-4051-beb5-eef9c4495379CountryOrRegion" minOccurs="0"/>
                <xsd:element ref="ns2:a4465852-c240-4051-beb5-eef9c4495379State" minOccurs="0"/>
                <xsd:element ref="ns2:a4465852-c240-4051-beb5-eef9c4495379City" minOccurs="0"/>
                <xsd:element ref="ns2:a4465852-c240-4051-beb5-eef9c4495379PostalCode" minOccurs="0"/>
                <xsd:element ref="ns2:a4465852-c240-4051-beb5-eef9c4495379Street" minOccurs="0"/>
                <xsd:element ref="ns2:a4465852-c240-4051-beb5-eef9c4495379GeoLoc" minOccurs="0"/>
                <xsd:element ref="ns2:a4465852-c240-4051-beb5-eef9c4495379DispName" minOccurs="0"/>
                <xsd:element ref="ns2:Comment" minOccurs="0"/>
                <xsd:element ref="ns2:_xc138__xc158__x0020__xd0c0__xc774__xd2c0_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2:MediaServiceLocation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  <xsd:element name="AverageRating" ma:index="38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9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40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41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42" nillable="true" ma:displayName="Number of Likes" ma:internalName="LikesCount">
      <xsd:simpleType>
        <xsd:restriction base="dms:Unknown"/>
      </xsd:simpleType>
    </xsd:element>
    <xsd:element name="LikedBy" ma:index="43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22c530-37a4-4326-9806-500499ba5c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Flow_SignoffStatus" ma:index="22" nillable="true" ma:displayName="Sign-off status" ma:internalName="_x0024_Resources_x003a_core_x002c_Signoff_Status">
      <xsd:simpleType>
        <xsd:restriction base="dms:Text"/>
      </xsd:simpleType>
    </xsd:element>
    <xsd:element name="location" ma:index="23" nillable="true" ma:displayName="location" ma:description="location" ma:format="Dropdown" ma:internalName="location">
      <xsd:simpleType>
        <xsd:restriction base="dms:Unknown"/>
      </xsd:simpleType>
    </xsd:element>
    <xsd:element name="a4465852-c240-4051-beb5-eef9c4495379CountryOrRegion" ma:index="24" nillable="true" ma:displayName="location: 국가/지역" ma:internalName="CountryOrRegion" ma:readOnly="true">
      <xsd:simpleType>
        <xsd:restriction base="dms:Text"/>
      </xsd:simpleType>
    </xsd:element>
    <xsd:element name="a4465852-c240-4051-beb5-eef9c4495379State" ma:index="25" nillable="true" ma:displayName="location: 시/도" ma:internalName="State" ma:readOnly="true">
      <xsd:simpleType>
        <xsd:restriction base="dms:Text"/>
      </xsd:simpleType>
    </xsd:element>
    <xsd:element name="a4465852-c240-4051-beb5-eef9c4495379City" ma:index="26" nillable="true" ma:displayName="location: 도시" ma:internalName="City" ma:readOnly="true">
      <xsd:simpleType>
        <xsd:restriction base="dms:Text"/>
      </xsd:simpleType>
    </xsd:element>
    <xsd:element name="a4465852-c240-4051-beb5-eef9c4495379PostalCode" ma:index="27" nillable="true" ma:displayName="location: 우편 번호" ma:internalName="PostalCode" ma:readOnly="true">
      <xsd:simpleType>
        <xsd:restriction base="dms:Text"/>
      </xsd:simpleType>
    </xsd:element>
    <xsd:element name="a4465852-c240-4051-beb5-eef9c4495379Street" ma:index="28" nillable="true" ma:displayName="location: 주소" ma:internalName="Street" ma:readOnly="true">
      <xsd:simpleType>
        <xsd:restriction base="dms:Text"/>
      </xsd:simpleType>
    </xsd:element>
    <xsd:element name="a4465852-c240-4051-beb5-eef9c4495379GeoLoc" ma:index="29" nillable="true" ma:displayName="location: 좌표" ma:internalName="GeoLoc" ma:readOnly="true">
      <xsd:simpleType>
        <xsd:restriction base="dms:Unknown"/>
      </xsd:simpleType>
    </xsd:element>
    <xsd:element name="a4465852-c240-4051-beb5-eef9c4495379DispName" ma:index="30" nillable="true" ma:displayName="location: 이름" ma:internalName="DispName" ma:readOnly="true">
      <xsd:simpleType>
        <xsd:restriction base="dms:Text"/>
      </xsd:simpleType>
    </xsd:element>
    <xsd:element name="Comment" ma:index="31" nillable="true" ma:displayName="Comment" ma:format="Dropdown" ma:internalName="Comment">
      <xsd:simpleType>
        <xsd:restriction base="dms:Note">
          <xsd:maxLength value="255"/>
        </xsd:restriction>
      </xsd:simpleType>
    </xsd:element>
    <xsd:element name="_xc138__xc158__x0020__xd0c0__xc774__xd2c0_" ma:index="32" nillable="true" ma:displayName="세션 타이틀" ma:internalName="_xc138__xc158__x0020__xd0c0__xc774__xd2c0_">
      <xsd:simpleType>
        <xsd:restriction base="dms:Text"/>
      </xsd:simpleType>
    </xsd:element>
    <xsd:element name="MediaServiceLocation" ma:index="37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ccf674-81f3-48a3-8f4b-dfbde9b97e0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6229f86-efab-4beb-a6e7-65b047203513}" ma:internalName="TaxCatchAll" ma:showField="CatchAllData" ma:web="b5ccf674-81f3-48a3-8f4b-dfbde9b97e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33" nillable="true" ma:displayName="Processing status" ma:internalName="PrimeClassificationStatus">
      <xsd:simpleType>
        <xsd:restriction base="dms:Text"/>
      </xsd:simpleType>
    </xsd:element>
    <xsd:element name="PrimeClassificationStatusDetails" ma:index="34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35" nillable="true" ma:displayName="Processed" ma:internalName="PrimeLastClassified">
      <xsd:simpleType>
        <xsd:restriction base="dms:DateTime"/>
      </xsd:simpleType>
    </xsd:element>
    <xsd:element name="PrimeCorrectedByUser" ma:index="36" nillable="true" ma:displayName="Corrected" ma:internalName="PrimeCorrectedByUser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ikesCount xmlns="http://schemas.microsoft.com/sharepoint/v3" xsi:nil="true"/>
    <_xc138__xc158__x0020__xd0c0__xc774__xd2c0_ xmlns="7622c530-37a4-4326-9806-500499ba5cfe">AI 가상 임원회의 Virtual Boardroom 경영 안건 토론 · 실행 권고안 보고서</_xc138__xc158__x0020__xd0c0__xc774__xd2c0_>
    <_Flow_SignoffStatus xmlns="7622c530-37a4-4326-9806-500499ba5cfe" xsi:nil="true"/>
    <Ratings xmlns="http://schemas.microsoft.com/sharepoint/v3" xsi:nil="true"/>
    <_ip_UnifiedCompliancePolicyProperties xmlns="http://schemas.microsoft.com/sharepoint/v3" xsi:nil="true"/>
    <LikedBy xmlns="http://schemas.microsoft.com/sharepoint/v3">
      <UserInfo>
        <DisplayName/>
        <AccountId xsi:nil="true"/>
        <AccountType/>
      </UserInfo>
    </LikedBy>
    <location xmlns="7622c530-37a4-4326-9806-500499ba5cfe" xsi:nil="true"/>
    <lcf76f155ced4ddcb4097134ff3c332f xmlns="7622c530-37a4-4326-9806-500499ba5cfe">
      <Terms xmlns="http://schemas.microsoft.com/office/infopath/2007/PartnerControls"/>
    </lcf76f155ced4ddcb4097134ff3c332f>
    <TaxCatchAll xmlns="b5ccf674-81f3-48a3-8f4b-dfbde9b97e03" xsi:nil="true"/>
    <PrimeClassificationStatus xmlns="b5ccf674-81f3-48a3-8f4b-dfbde9b97e03" xsi:nil="true"/>
    <PrimeClassificationStatusDetails xmlns="b5ccf674-81f3-48a3-8f4b-dfbde9b97e03" xsi:nil="true"/>
    <PrimeCorrectedByUser xmlns="b5ccf674-81f3-48a3-8f4b-dfbde9b97e03" xsi:nil="true"/>
    <Comment xmlns="7622c530-37a4-4326-9806-500499ba5cfe" xsi:nil="true"/>
    <PrimeLastClassified xmlns="b5ccf674-81f3-48a3-8f4b-dfbde9b97e03" xsi:nil="true"/>
    <RatedBy xmlns="http://schemas.microsoft.com/sharepoint/v3">
      <UserInfo>
        <DisplayName/>
        <AccountId xsi:nil="true"/>
        <AccountType/>
      </UserInfo>
    </RatedBy>
  </documentManagement>
</p:properties>
</file>

<file path=customXml/itemProps1.xml><?xml version="1.0" encoding="utf-8"?>
<ds:datastoreItem xmlns:ds="http://schemas.openxmlformats.org/officeDocument/2006/customXml" ds:itemID="{E28EF1FF-BA39-455E-8F49-395CB9677A4D}"/>
</file>

<file path=customXml/itemProps2.xml><?xml version="1.0" encoding="utf-8"?>
<ds:datastoreItem xmlns:ds="http://schemas.openxmlformats.org/officeDocument/2006/customXml" ds:itemID="{3D7FEDB1-40E8-48D3-9038-1EAF38FAA394}"/>
</file>

<file path=customXml/itemProps3.xml><?xml version="1.0" encoding="utf-8"?>
<ds:datastoreItem xmlns:ds="http://schemas.openxmlformats.org/officeDocument/2006/customXml" ds:itemID="{690D7AD4-CA65-4917-AD4C-A4B9AF30A2F1}"/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271</Words>
  <Application>Microsoft Office PowerPoint</Application>
  <PresentationFormat>와이드스크린</PresentationFormat>
  <Paragraphs>66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Wonyoung Choi</cp:lastModifiedBy>
  <cp:revision>2</cp:revision>
  <dcterms:created xsi:type="dcterms:W3CDTF">2013-01-27T09:14:16Z</dcterms:created>
  <dcterms:modified xsi:type="dcterms:W3CDTF">2026-06-15T08:40:19Z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0x010100521A1A5B981B9C448FAC1366844367A5</vt:lpwstr>
  </property>
</Properties>
</file>